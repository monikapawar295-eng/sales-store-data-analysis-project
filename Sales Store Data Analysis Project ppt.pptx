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1CD77-54CC-4A87-941F-1ED416C290D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474D-135E-40D7-8D9D-70C07F831CC4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2790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1CD77-54CC-4A87-941F-1ED416C290D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474D-135E-40D7-8D9D-70C07F831C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1163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1CD77-54CC-4A87-941F-1ED416C290D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474D-135E-40D7-8D9D-70C07F831CC4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0466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1CD77-54CC-4A87-941F-1ED416C290D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474D-135E-40D7-8D9D-70C07F831C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9543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1CD77-54CC-4A87-941F-1ED416C290D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474D-135E-40D7-8D9D-70C07F831C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7431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1CD77-54CC-4A87-941F-1ED416C290D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474D-135E-40D7-8D9D-70C07F831C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1496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1CD77-54CC-4A87-941F-1ED416C290D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474D-135E-40D7-8D9D-70C07F831C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6249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211CD77-54CC-4A87-941F-1ED416C290D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474D-135E-40D7-8D9D-70C07F831C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5225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1CD77-54CC-4A87-941F-1ED416C290D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474D-135E-40D7-8D9D-70C07F831C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352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1CD77-54CC-4A87-941F-1ED416C290D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474D-135E-40D7-8D9D-70C07F831C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1892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1CD77-54CC-4A87-941F-1ED416C290D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474D-135E-40D7-8D9D-70C07F831C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090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211CD77-54CC-4A87-941F-1ED416C290D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69B474D-135E-40D7-8D9D-70C07F831CC4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3358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10789-8D9A-7FA8-F382-CA29DC907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2717" y="574286"/>
            <a:ext cx="10986566" cy="3566160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Store Data Analysis Project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416AB-2E2C-F5BF-D905-66222E3E85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End-to-End SQL Server Data Analytics Project</a:t>
            </a:r>
            <a:br>
              <a:rPr lang="en-US" dirty="0"/>
            </a:b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F43AC2-D627-AE0C-92A4-11D9DA389F0F}"/>
              </a:ext>
            </a:extLst>
          </p:cNvPr>
          <p:cNvSpPr txBox="1"/>
          <p:nvPr/>
        </p:nvSpPr>
        <p:spPr>
          <a:xfrm>
            <a:off x="10005484" y="5544462"/>
            <a:ext cx="2172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Monika Kadam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5876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6F0A1-7318-BA7D-89F5-2687C91E1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68616"/>
            <a:ext cx="10058400" cy="1450757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213E8-11E0-8F3B-7E68-AB0C6E98B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Sales Store Data Analysis Project uses SQL Server to clean, process, and study retail sales data.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turns raw sales records into useful business insights through data import, checking, and analysis.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shows how SQL can be used for data modeling, cleaning, and creating reports to support better business decisions.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791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2626-8A9A-7873-115E-2E7002E5B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CA760E5-FA9B-5EDE-F60A-7A168568BAA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97280" y="2086665"/>
            <a:ext cx="10026591" cy="32465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Import and clean raw sales data using SQL Server</a:t>
            </a:r>
          </a:p>
          <a:p>
            <a:pPr marR="0" lvl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Handle duplicates, NULLs, and inconsistent values</a:t>
            </a:r>
          </a:p>
          <a:p>
            <a:pPr marR="0" lvl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Standardize and validate data fields</a:t>
            </a:r>
          </a:p>
          <a:p>
            <a:pPr marR="0" lvl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Analyze sales trends, customer behavior, and product performance</a:t>
            </a:r>
          </a:p>
          <a:p>
            <a:pPr marR="0" lvl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Generate insights to support business decisions</a:t>
            </a:r>
          </a:p>
        </p:txBody>
      </p:sp>
    </p:spTree>
    <p:extLst>
      <p:ext uri="{BB962C8B-B14F-4D97-AF65-F5344CB8AC3E}">
        <p14:creationId xmlns:p14="http://schemas.microsoft.com/office/powerpoint/2010/main" val="4011346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1BB75-9E96-AEAF-712F-27D9B65C7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78448"/>
            <a:ext cx="10058400" cy="1450757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Technologies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D3F55-1116-5460-3DDF-BC437FEAA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Microsoft SQL Server Management Studio (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SSMS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T-SQL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(DDL, DML, Aggregate Functions, CTEs)</a:t>
            </a:r>
          </a:p>
          <a:p>
            <a:pPr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BULK INSERT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dataset import</a:t>
            </a:r>
          </a:p>
          <a:p>
            <a:pPr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Microsoft Excel / CSV Dataset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Retail E-commerce Sales Data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017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BD03C-D9D8-98E2-971D-8D6612DD3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75303"/>
            <a:ext cx="10058400" cy="1216250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Design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0732C-1E65-55AF-9B56-4CCCD5B58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Name: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Sales_store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Columns: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transaction_id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customer_id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customer_name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customer_age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gender,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product_id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product_name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product_category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quantity, price,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payment_mode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purchase_date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time_of_purchase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status</a:t>
            </a: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record represents a unique sales transaction with customer, product, and payment details.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7029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679F0-A82D-5794-90E4-6AF2C9FCE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5938" y="134464"/>
            <a:ext cx="10058400" cy="1450757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Process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FDED7E7-888F-2078-E885-902AD31FC26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75938" y="1899853"/>
            <a:ext cx="10058400" cy="32465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Removed duplicate records using ROW_NUMBER()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Corrected header names (e.g., </a:t>
            </a:r>
            <a:r>
              <a:rPr kumimoji="0" lang="en-US" altLang="en-US" sz="280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quantiy</a:t>
            </a:r>
            <a:r>
              <a:rPr kumimoji="0" lang="en-US" altLang="en-US" sz="280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quantity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80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prce</a:t>
            </a:r>
            <a:r>
              <a:rPr kumimoji="0" lang="en-US" altLang="en-US" sz="280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price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Checked and handled NULL values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Standardized gender and payment mode entries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Validated and ensured correct data types</a:t>
            </a:r>
          </a:p>
        </p:txBody>
      </p:sp>
    </p:spTree>
    <p:extLst>
      <p:ext uri="{BB962C8B-B14F-4D97-AF65-F5344CB8AC3E}">
        <p14:creationId xmlns:p14="http://schemas.microsoft.com/office/powerpoint/2010/main" val="4043165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FBBE3-0492-0EAF-6F62-82E00B29E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569" y="465520"/>
            <a:ext cx="10058400" cy="960612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Insights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4C7EBB3-100E-41B7-D2C7-8DEBF9FA4C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97569" y="1774630"/>
            <a:ext cx="9796862" cy="4539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Top-selling products and top customers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Most frequently cancelled products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Peak purchase time (Morning, Afternoon, Evening)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High-revenue product categories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Preferred payment modes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Age-based buying trends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Monthly sales trends</a:t>
            </a:r>
          </a:p>
        </p:txBody>
      </p:sp>
    </p:spTree>
    <p:extLst>
      <p:ext uri="{BB962C8B-B14F-4D97-AF65-F5344CB8AC3E}">
        <p14:creationId xmlns:p14="http://schemas.microsoft.com/office/powerpoint/2010/main" val="15591692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0474E-7216-1DE1-5A6A-ADD74F59D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147FF-B9FE-D0E3-3A98-51A26E814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demonstrates a complete end-to-end SQL data analysis process, from importing and cleaning data to extracting insights.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highlights key areas like customer behavior, product performance, and payment preferences, helping businesses improve inventory management, marketing, and overall growth.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520177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28</TotalTime>
  <Words>387</Words>
  <Application>Microsoft Office PowerPoint</Application>
  <PresentationFormat>Widescreen</PresentationFormat>
  <Paragraphs>37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Retrospect</vt:lpstr>
      <vt:lpstr>Sales Store Data Analysis Project</vt:lpstr>
      <vt:lpstr>Project Introduction</vt:lpstr>
      <vt:lpstr>Project Objectives</vt:lpstr>
      <vt:lpstr>Tools and Technologies Used</vt:lpstr>
      <vt:lpstr>Database Design Overview</vt:lpstr>
      <vt:lpstr>Data Cleaning Process</vt:lpstr>
      <vt:lpstr>Project Insights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Monika Pawar</dc:creator>
  <cp:lastModifiedBy>Monika Pawar</cp:lastModifiedBy>
  <cp:revision>6</cp:revision>
  <dcterms:created xsi:type="dcterms:W3CDTF">2025-11-08T16:12:42Z</dcterms:created>
  <dcterms:modified xsi:type="dcterms:W3CDTF">2025-11-09T11:32:02Z</dcterms:modified>
</cp:coreProperties>
</file>